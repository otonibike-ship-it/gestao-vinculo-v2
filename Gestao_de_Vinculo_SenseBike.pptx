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Gestão de Vínculo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8E6C9"/>
                </a:solidFill>
              </a:rPr>
              <a:t>Sistema de Pedidos de Vínculo entre Franquias e Matriz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5D6A7"/>
                </a:solidFill>
              </a:rPr>
              <a:t>Apresentação Gerência  |  22/04/2026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852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C107"/>
                </a:solidFill>
              </a:rPr>
              <a:t>SenseBike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 Problema que Resolvemos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02920" cy="6400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12121"/>
                </a:solidFill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Pedidos de vínculo feitos por e-mail ou WhatsApp, sem rastreabilidade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502920" cy="6400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2402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12121"/>
                </a:solidFill>
              </a:rP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134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Nenhuma visibilidade de em qual etapa o pedido estava parado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502920" cy="6400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31546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12121"/>
                </a:solidFill>
              </a:rPr>
              <a:t>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278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Anexos e documentos dispersos, difíceis de localizar depois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502920" cy="6400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0690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12121"/>
                </a:solidFill>
              </a:rP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42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Sem registro formal de reprovações e justificativas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29200"/>
            <a:ext cx="502920" cy="6400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9834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12121"/>
                </a:solidFill>
              </a:rPr>
              <a:t>⏱️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Demora para acionamento do time correto (Financeiro / TI)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 Solução: Plataforma Web Centralizada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80160"/>
            <a:ext cx="2651760" cy="4389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Dashboard
por Perfil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Cada equipe vê
somente o que
lhe compete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651760" cy="4389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860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Fluxo
Automatizado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375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Status avança
automaticamente
a cada aprovação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2651760" cy="4389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</a:rPr>
              <a:t>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Anexos na
Nuvem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Documentos salvos
no Cloudinary,
sempre acessíveis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280160"/>
            <a:ext cx="2651760" cy="4389120"/>
          </a:xfrm>
          <a:prstGeom prst="rect">
            <a:avLst/>
          </a:prstGeom>
          <a:solidFill>
            <a:srgbClr val="E6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860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Notificações
por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3375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Time avisado
automaticamente
no momento certo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Fluxo de Aprovação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1920240" cy="21945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7451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1212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6974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12121"/>
                </a:solidFill>
              </a:rPr>
              <a:t>Franquia
envia pedido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2860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828800"/>
            <a:ext cx="1920240" cy="21945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87451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974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Comercial
analisa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828800"/>
            <a:ext cx="1920240" cy="21945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7451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974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Financeiro
valida (se necessário)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860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828800"/>
            <a:ext cx="1920240" cy="2194560"/>
          </a:xfrm>
          <a:prstGeom prst="rect">
            <a:avLst/>
          </a:prstGeom>
          <a:solidFill>
            <a:srgbClr val="00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87451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6974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TI
executa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860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828800"/>
            <a:ext cx="1920240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87451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6974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Pedido
Fechado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11612880" cy="1463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</a:rPr>
              <a:t>↩  Reprovação: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663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Em qualquer etapa o pedido pode ser reprovado — volta ao status Aberto com justificativa registrada e a franquia (ou comercial) é notificada por e-mail.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Perfis de Acesso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2560320" cy="9326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17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12121"/>
                </a:solidFill>
              </a:rPr>
              <a:t>🏪 Franquia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234440"/>
            <a:ext cx="8961120" cy="9326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344168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Abre novos pedidos de vínculo
Acompanha status dos seus pedidos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21992"/>
            <a:ext cx="2560320" cy="9326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4048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💼 Comercial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221992"/>
            <a:ext cx="8961120" cy="9326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331720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Vê todos os pedidos
Aprova ou reprova (avança para Financeiro ou TI)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9544"/>
            <a:ext cx="2560320" cy="9326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39242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💰 Financeiro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209544"/>
            <a:ext cx="8961120" cy="9326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3319272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Vê pedidos aguardando validação financeira
Aprova com possibilidade de anexar documentos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97096"/>
            <a:ext cx="2560320" cy="93268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379976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🖥️ 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4197096"/>
            <a:ext cx="8961120" cy="9326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4306824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Vê pedidos prontos para execução
Aprova ao concluir a tarefa técnica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184648"/>
            <a:ext cx="2560320" cy="9326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36752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⚙️ Admin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5184648"/>
            <a:ext cx="8961120" cy="9326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5294376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Acesso total ao sistema
Gerencia configurações de SMTP e templates de e-mail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Notificações Automáticas por E-mail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640080" cy="777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12121"/>
                </a:solidFill>
              </a:rPr>
              <a:t>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984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Novo pedido recebido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Comercial é notificado assim que a franquia abre o pedido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640080" cy="777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28600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12121"/>
                </a:solidFill>
              </a:rP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042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Aprovado para Financeiro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Time financeiro recebe alerta para iniciar a análise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91840"/>
            <a:ext cx="640080" cy="777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29184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12121"/>
                </a:solidFill>
              </a:rPr>
              <a:t>🖥️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01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Aprovado para 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03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Time de TI é acionado para execução da tarefa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97680"/>
            <a:ext cx="640080" cy="777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29768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12121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3159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Pedido vinculado (fechado)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09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Franquia recebe confirmação de que o vínculo foi concluído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303520"/>
            <a:ext cx="640080" cy="777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30352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12121"/>
                </a:solidFill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3218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Pedido reprovado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Destinatário correto (franquia ou comercial) recebe a justificativa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Tecnologia &amp; Infraestrutura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80160"/>
            <a:ext cx="265176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9844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2651760" cy="3657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Next.js 14 (React)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TailwindCSS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React 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9844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828800"/>
            <a:ext cx="2651760" cy="3657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FastAPI (Python)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SQLAlchemy async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JWT + refresh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251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Alembic migrations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280160"/>
            <a:ext cx="2651760" cy="548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29844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828800"/>
            <a:ext cx="2651760" cy="3657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97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Redis (cache)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Cloudinary (anexos)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Docker Compose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280160"/>
            <a:ext cx="2651760" cy="548640"/>
          </a:xfrm>
          <a:prstGeom prst="rect">
            <a:avLst/>
          </a:prstGeom>
          <a:solidFill>
            <a:srgbClr val="00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29844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Operação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828800"/>
            <a:ext cx="2651760" cy="3657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Deploy via Coolify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697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SMTP Gmail configurável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474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Templates editáveis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4251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Logs centralizados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Sistema pronto para uso.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E6C9"/>
                </a:solidFill>
              </a:rPr>
              <a:t>Fluxo digital  •  Rastreabilidade total  •  Equipes notificadas automaticamente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C107"/>
                </a:solidFill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5D6A7"/>
                </a:solidFill>
              </a:rPr>
              <a:t>SenseBike  |  22/04/2026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